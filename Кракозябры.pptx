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C6487-FFED-3E79-9721-F10312C99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B8B695-B10D-AFD9-10C1-00DE2C005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9BD156-FAB7-ADF6-7CCA-BA7F6A7B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4E6C15-C042-A10B-0365-7982FE44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182EFB-71BA-F147-7B83-5CDD3FAA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53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62AD4-EB0E-693B-0BA1-1F3859FD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8A3373-6F90-81F9-7006-15E8AB69D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4E1828-B491-1D7A-3E0E-F514061C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1519D8-E420-3CF0-1C5C-EC665AF6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49A047-52A4-F728-44F4-1E277AE0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76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77E91-93AC-622D-0977-0B73E2B07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58CCCC-1073-5413-4221-2A3502FBE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524017-A3C9-5D38-795B-F2E4A4B3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D4E387-B94E-59A6-6ED5-823007222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A76DC9-6B59-B671-C8C1-EF2147F2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8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8116F-5206-4E34-FED8-5AE4AA57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55B2C4-FA05-6595-5C83-EB61C1038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39B508-357C-FB1D-BCC9-066B0AD92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37ADA5-2FAD-DF96-E9AE-2146C415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579197-6961-538E-5C47-E46A82FC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238C33-0FF8-E4B7-ABB0-1D63D002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470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04BB-C83F-A06C-434A-FF51B5A2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CCABF0-703B-0A76-8890-41F89C174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168E60-5C5D-621A-6CBB-B0FD17A93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5FF07F-F58E-1D28-BAE0-8A14D3A32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CE1BDB-0FAB-4E52-4A45-EF7B5CE1E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C82C6B-D323-D229-C896-23253E58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EA94BC2-BF74-09C8-4562-A982CB74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5583D5-C036-AEC6-F5EB-2BBB8E2C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22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52D97-A825-F3D1-F0E8-9DBE3C2C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EF86D13-F981-45EE-8AF3-1A7D4794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FCA63A-F4B3-AAA9-5245-4E98F9AA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42A218-57B3-C4F8-7623-E671421D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86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918B70F-2CD6-857A-0B8C-FF22A9E8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A1E61B-8516-910F-DB98-8ADE083E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5755B8-4732-8D7E-6703-C5E79AAB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131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B0A5A-B26A-27E1-A40C-DF1D55E7B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C9209B-85B8-5BD7-E3AB-C994284D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D9DE6F-9816-AD4C-47D1-F2B92719D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253AAF-4C3D-9B59-6880-CA28A9B3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047F4A-9DC9-3BF0-7DCB-5E20CF73E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04DFE1-D320-5C08-FA62-CB6B65C85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16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44D6F-70D0-6398-17BA-6FACB1CEB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A9F7A4E-A1C8-8167-761D-B5E119C91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33481F-5539-77C6-7B53-8B4840F68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858EEB-754B-451A-1B23-C78C7997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EA398B-7CD5-783E-0692-94D06C98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8EE8AB-2B35-E711-67F0-B6AB4480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340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40C85-3CD0-5DEF-DC78-87D01543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52F459-9C9F-943F-8649-DD6E2A7A2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6DFC16-F3A7-13FA-DF7F-44D08617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4BD774-A8D8-C839-F251-D4BA0146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188236-E29C-32B1-F192-A30830A8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68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D150564-55A6-85CC-D12D-CEFBE1783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F38FA8-5458-1EC0-AF1C-833B60B2E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EFD9C-EA85-8B0C-9656-7C418FFCD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02A316-19BD-4B67-AFA9-479E1112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42930F-8452-5BF3-EBB9-B3F7AF47D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55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685872-8E8F-E1C6-1316-8B78384C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884FBF-9693-F073-300E-899CC4ADA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7636AE-DDF7-F233-7795-FED3AFC26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D9087-E304-924E-910F-A02CD50B8AF0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D22881-7FFB-443C-ED6A-5BA7C2DF8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4798F9-9A7E-2736-B2A7-97C3D52C4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B94FA-333E-6A4C-9A2E-6AD596243F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28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B8E93-D984-97FA-9585-E90930E3F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Кракозябры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8E3B77-BCB1-F8A6-45EE-261B79B66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РќР°Р·РЅР°С‡РµРЅРѕ</a:t>
            </a:r>
            <a:r>
              <a:rPr lang="ru-RU" dirty="0"/>
              <a:t>: </a:t>
            </a:r>
            <a:r>
              <a:rPr lang="ru-RU" dirty="0" err="1"/>
              <a:t>РњРµС‚С„РѕСЂРјРёРЅ</a:t>
            </a:r>
            <a:r>
              <a:rPr lang="ru-RU" dirty="0"/>
              <a:t> 500 </a:t>
            </a:r>
            <a:r>
              <a:rPr lang="ru-RU" dirty="0" err="1"/>
              <a:t>РјРі</a:t>
            </a:r>
            <a:endParaRPr lang="ru-RU" dirty="0"/>
          </a:p>
          <a:p>
            <a:r>
              <a:rPr lang="ru-RU" dirty="0" err="1"/>
              <a:t>РўРµРјРїРµСЂР°С‚СѓСЂР</a:t>
            </a:r>
            <a:r>
              <a:rPr lang="ru-RU" dirty="0"/>
              <a:t>°: 36.6 В°</a:t>
            </a:r>
            <a:r>
              <a:rPr lang="en" dirty="0"/>
              <a:t>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5251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</Words>
  <Application>Microsoft Macintosh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Кракозябры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Кракозябры</dc:title>
  <dc:creator>Елена Демидова</dc:creator>
  <cp:lastModifiedBy>Елена Демидова</cp:lastModifiedBy>
  <cp:revision>1</cp:revision>
  <dcterms:created xsi:type="dcterms:W3CDTF">2025-10-05T16:21:02Z</dcterms:created>
  <dcterms:modified xsi:type="dcterms:W3CDTF">2025-10-05T17:04:27Z</dcterms:modified>
</cp:coreProperties>
</file>